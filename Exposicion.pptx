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34D87-B544-9D2C-1E47-132494FB454B}" v="120" dt="2026-10-27T14:07:11.243"/>
    <p1510:client id="{3C60FCC5-D90A-C8C4-E023-8C14C4D1EA5B}" v="155" dt="2026-10-27T20:52:57.191"/>
    <p1510:client id="{6C038353-BEC2-FBB6-9F40-D99597CC6118}" v="69" dt="2026-10-27T04:05:37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96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0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33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78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50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30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184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8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22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52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40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4BA5A-764F-439C-9378-38BBC23A1A8E}" type="datetimeFigureOut">
              <a:rPr lang="es-EC" smtClean="0"/>
              <a:t>27/10/2026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9CC506D-E00A-4E6E-B6AF-A29A035899C4}" type="slidenum">
              <a:rPr lang="es-EC" smtClean="0"/>
              <a:t>‹#›</a:t>
            </a:fld>
            <a:endParaRPr lang="es-EC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CCA69-347C-6C2F-E1FA-E3AB1ADCD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4994" y="299503"/>
            <a:ext cx="8637073" cy="121996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6000" b="1" dirty="0" err="1">
                <a:solidFill>
                  <a:srgbClr val="FF0000"/>
                </a:solidFill>
              </a:rPr>
              <a:t>exposicion</a:t>
            </a:r>
            <a:endParaRPr lang="es-EC" sz="6000" b="1" dirty="0" err="1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8CC8C-708D-92B7-7310-171914BBA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46" y="2162491"/>
            <a:ext cx="8637072" cy="3775587"/>
          </a:xfrm>
        </p:spPr>
        <p:txBody>
          <a:bodyPr vert="horz" lIns="91440" tIns="91440" rIns="91440" bIns="91440" rtlCol="0" anchor="t">
            <a:normAutofit/>
          </a:bodyPr>
          <a:lstStyle/>
          <a:p>
            <a:pPr algn="ctr"/>
            <a:r>
              <a:rPr lang="en-US" sz="3000" b="1">
                <a:solidFill>
                  <a:srgbClr val="0070C0"/>
                </a:solidFill>
              </a:rPr>
              <a:t>Integrantes:</a:t>
            </a:r>
            <a:endParaRPr lang="es-ES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b="1" dirty="0"/>
              <a:t>Jorge Beltran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b="1" dirty="0"/>
              <a:t>Leonardo Mendieta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b="1" dirty="0"/>
              <a:t>Julio Maldonado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3000" b="1" dirty="0"/>
              <a:t>David Leon</a:t>
            </a:r>
            <a:endParaRPr lang="es-EC" sz="3000" b="1"/>
          </a:p>
        </p:txBody>
      </p:sp>
    </p:spTree>
    <p:extLst>
      <p:ext uri="{BB962C8B-B14F-4D97-AF65-F5344CB8AC3E}">
        <p14:creationId xmlns:p14="http://schemas.microsoft.com/office/powerpoint/2010/main" val="417746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AE1A5-133F-DEB7-4384-6D6809146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697" y="404635"/>
            <a:ext cx="9603275" cy="690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C" sz="3400" b="1" dirty="0">
                <a:solidFill>
                  <a:srgbClr val="0070C0"/>
                </a:solidFill>
              </a:rPr>
              <a:t>Grupo #1 – </a:t>
            </a:r>
            <a:r>
              <a:rPr lang="es-EC" sz="3400" b="1" dirty="0" err="1">
                <a:solidFill>
                  <a:srgbClr val="0070C0"/>
                </a:solidFill>
              </a:rPr>
              <a:t>loja</a:t>
            </a:r>
            <a:r>
              <a:rPr lang="es-EC" sz="3400" b="1" dirty="0">
                <a:solidFill>
                  <a:srgbClr val="0070C0"/>
                </a:solidFill>
              </a:rPr>
              <a:t> </a:t>
            </a:r>
            <a:r>
              <a:rPr lang="es-EC" sz="3400" b="1" dirty="0" err="1">
                <a:solidFill>
                  <a:srgbClr val="0070C0"/>
                </a:solidFill>
              </a:rPr>
              <a:t>tech</a:t>
            </a:r>
            <a:endParaRPr lang="es-EC" sz="3400" b="1" dirty="0">
              <a:solidFill>
                <a:srgbClr val="0070C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CD8111-6F95-6D65-A1F6-B333243D2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26119"/>
            <a:ext cx="9603275" cy="453251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s-EC" b="1">
                <a:ea typeface="+mn-lt"/>
                <a:cs typeface="+mn-lt"/>
              </a:rPr>
              <a:t>Misión:</a:t>
            </a:r>
            <a:endParaRPr lang="es-EC"/>
          </a:p>
          <a:p>
            <a:pPr marL="0" indent="0" algn="just">
              <a:buNone/>
            </a:pPr>
            <a:r>
              <a:rPr lang="es-EC">
                <a:ea typeface="+mn-lt"/>
                <a:cs typeface="+mn-lt"/>
              </a:rPr>
              <a:t>Desarrollar soluciones tecnológicas e inteligentes de software que impulsen la transformación digital y la eficiencia de nuestros clientes. En Loja Tech, nos enfocamos en crear plataformas web robustas, seguras, escalables e intuitivas, como nuestros sistemas para el sector financiero y cooperativo, combinando la innovación técnica con un alto estándar de calidad, usabilidad y compromiso en cada proyecto.</a:t>
            </a:r>
            <a:endParaRPr lang="es-EC"/>
          </a:p>
          <a:p>
            <a:pPr algn="just"/>
            <a:r>
              <a:rPr lang="es-EC" b="1">
                <a:ea typeface="+mn-lt"/>
                <a:cs typeface="+mn-lt"/>
              </a:rPr>
              <a:t>Visión:</a:t>
            </a:r>
            <a:endParaRPr lang="es-EC"/>
          </a:p>
          <a:p>
            <a:pPr marL="0" indent="0" algn="just">
              <a:buNone/>
            </a:pPr>
            <a:r>
              <a:rPr lang="es-EC" dirty="0">
                <a:ea typeface="+mn-lt"/>
                <a:cs typeface="+mn-lt"/>
              </a:rPr>
              <a:t>Consolidarnos como una firma líder y referente en el desarrollo de software y servicios informáticos a nivel regional, reconocida por la excelencia técnica de sus plataformas, la innovación en </a:t>
            </a:r>
            <a:r>
              <a:rPr lang="es-EC" dirty="0" err="1">
                <a:ea typeface="+mn-lt"/>
                <a:cs typeface="+mn-lt"/>
              </a:rPr>
              <a:t>fintech</a:t>
            </a:r>
            <a:r>
              <a:rPr lang="es-EC" dirty="0">
                <a:ea typeface="+mn-lt"/>
                <a:cs typeface="+mn-lt"/>
              </a:rPr>
              <a:t> y la capacidad de convertir desafíos complejos en soluciones digitales ágiles, confiables y de gran impacto para la comunidad y el sector empresarial.</a:t>
            </a:r>
            <a:endParaRPr lang="es-EC"/>
          </a:p>
          <a:p>
            <a:pPr algn="just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6273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37CEC-8028-7E95-BA7E-84895986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409"/>
            <a:ext cx="9603275" cy="1049235"/>
          </a:xfrm>
        </p:spPr>
        <p:txBody>
          <a:bodyPr/>
          <a:lstStyle/>
          <a:p>
            <a:pPr algn="ctr"/>
            <a:r>
              <a:rPr lang="es-EC" b="1" dirty="0">
                <a:solidFill>
                  <a:srgbClr val="0070C0"/>
                </a:solidFill>
              </a:rPr>
              <a:t>Capturas de pantalla de la </a:t>
            </a:r>
            <a:r>
              <a:rPr lang="es-EC" b="1">
                <a:solidFill>
                  <a:srgbClr val="0070C0"/>
                </a:solidFill>
              </a:rPr>
              <a:t>página</a:t>
            </a:r>
            <a:r>
              <a:rPr lang="es-EC" b="1" dirty="0">
                <a:solidFill>
                  <a:srgbClr val="0070C0"/>
                </a:solidFill>
              </a:rPr>
              <a:t> de mural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F0E0C-0C84-B58B-6059-F368396BE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1" r="9148" b="3088"/>
          <a:stretch>
            <a:fillRect/>
          </a:stretch>
        </p:blipFill>
        <p:spPr>
          <a:xfrm>
            <a:off x="260" y="1720370"/>
            <a:ext cx="5314559" cy="5139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E0C676-F72D-11C3-A69C-99DA8D400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041" y="1719655"/>
            <a:ext cx="6878264" cy="514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2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C9A53-BC64-391C-648E-5F0940DC7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95" y="-2152"/>
            <a:ext cx="6079689" cy="68623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675697-7C4F-A0FB-FBBB-6E5D1E048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9" t="1563" r="2431" b="1758"/>
          <a:stretch>
            <a:fillRect/>
          </a:stretch>
        </p:blipFill>
        <p:spPr>
          <a:xfrm>
            <a:off x="1241" y="-4762"/>
            <a:ext cx="6069446" cy="68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8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5434CC-BC37-2ED2-B372-DE783C81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" t="52" r="4773" b="8828"/>
          <a:stretch>
            <a:fillRect/>
          </a:stretch>
        </p:blipFill>
        <p:spPr>
          <a:xfrm>
            <a:off x="-881" y="-1213"/>
            <a:ext cx="12188159" cy="686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8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5E7CB3-ECDA-737D-228D-E7A5B178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3" t="17070" r="2571" b="20484"/>
          <a:stretch>
            <a:fillRect/>
          </a:stretch>
        </p:blipFill>
        <p:spPr>
          <a:xfrm>
            <a:off x="-831" y="616729"/>
            <a:ext cx="12187755" cy="551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1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EF3F4F4-EE2F-5DD3-B99E-16D6FFE4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" r="4661" b="21683"/>
          <a:stretch>
            <a:fillRect/>
          </a:stretch>
        </p:blipFill>
        <p:spPr>
          <a:xfrm>
            <a:off x="3198" y="-3521"/>
            <a:ext cx="12188465" cy="686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5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5916C78-86B4-35A0-1D81-A0ABBE37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9" t="25413" r="2252" b="25826"/>
          <a:stretch>
            <a:fillRect/>
          </a:stretch>
        </p:blipFill>
        <p:spPr>
          <a:xfrm>
            <a:off x="-3324" y="2417"/>
            <a:ext cx="12198897" cy="686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0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0CFBBA82-A965-5FBE-67FC-C30215E3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32" t="1439" r="3986" b="5036"/>
          <a:stretch>
            <a:fillRect/>
          </a:stretch>
        </p:blipFill>
        <p:spPr>
          <a:xfrm>
            <a:off x="-2520" y="-2522"/>
            <a:ext cx="12197716" cy="686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23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2EC7479-45D3-BDB3-FDA2-1381FB64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" y="-560"/>
            <a:ext cx="12191439" cy="615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58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A1C447DE-78F4-A626-5A12-88B2D566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08" b="6098"/>
          <a:stretch>
            <a:fillRect/>
          </a:stretch>
        </p:blipFill>
        <p:spPr>
          <a:xfrm>
            <a:off x="1241" y="-260"/>
            <a:ext cx="12189249" cy="685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0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Aplicación&#10;&#10;El contenido generado por IA puede ser incorrecto.">
            <a:extLst>
              <a:ext uri="{FF2B5EF4-FFF2-40B4-BE49-F238E27FC236}">
                <a16:creationId xmlns:a16="http://schemas.microsoft.com/office/drawing/2014/main" id="{9DCF2DDD-1B61-5BF2-176C-38372B34D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" y="-2521"/>
            <a:ext cx="12181353" cy="68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3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24104-4D68-859C-9FB4-26370962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771" y="94709"/>
            <a:ext cx="9603275" cy="5899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b="1" dirty="0" err="1">
                <a:solidFill>
                  <a:srgbClr val="0070C0"/>
                </a:solidFill>
              </a:rPr>
              <a:t>DIAgrama</a:t>
            </a:r>
            <a:r>
              <a:rPr lang="es-ES" b="1" dirty="0">
                <a:solidFill>
                  <a:srgbClr val="0070C0"/>
                </a:solidFill>
              </a:rPr>
              <a:t> de actividades</a:t>
            </a:r>
            <a:endParaRPr lang="es-ES" dirty="0"/>
          </a:p>
        </p:txBody>
      </p:sp>
      <p:pic>
        <p:nvPicPr>
          <p:cNvPr id="4" name="Marcador de contenido 3" descr="Gráfico, Diagrama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EC194512-84E5-5256-5F7E-22C3C3D7E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018" y="794445"/>
            <a:ext cx="9715960" cy="57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25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acias por su atención gif - Imagen gratis 🙏 - JolieCarte">
            <a:extLst>
              <a:ext uri="{FF2B5EF4-FFF2-40B4-BE49-F238E27FC236}">
                <a16:creationId xmlns:a16="http://schemas.microsoft.com/office/drawing/2014/main" id="{6E5B1673-437E-D407-007A-356570B3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" y="-2521"/>
            <a:ext cx="12181353" cy="68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5868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11</Words>
  <Application>Microsoft Office PowerPoint</Application>
  <PresentationFormat>Widescreen</PresentationFormat>
  <Paragraphs>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Galería</vt:lpstr>
      <vt:lpstr>exposicion</vt:lpstr>
      <vt:lpstr>Grupo #1 – loja tech</vt:lpstr>
      <vt:lpstr>Capturas de pantalla de la página de mural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DIAgrama de actividades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exposicion</dc:title>
  <dc:creator>Jorge Beltrán</dc:creator>
  <cp:lastModifiedBy>Jorge Beltrán</cp:lastModifiedBy>
  <cp:revision>225</cp:revision>
  <dcterms:created xsi:type="dcterms:W3CDTF">2026-10-27T02:57:24Z</dcterms:created>
  <dcterms:modified xsi:type="dcterms:W3CDTF">2026-10-28T02:54:45Z</dcterms:modified>
</cp:coreProperties>
</file>